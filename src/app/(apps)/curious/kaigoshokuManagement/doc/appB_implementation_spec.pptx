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7603" y="1014561"/>
            <a:ext cx="5588645" cy="3114377"/>
          </a:xfrm>
          <a:prstGeom prst="roundRect">
            <a:avLst>
              <a:gd name="adj" fmla="val 32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3882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98957" y="1522512"/>
            <a:ext cx="4145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介護食管理システム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98957" y="2462213"/>
            <a:ext cx="4145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実装仕様書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98957" y="3186113"/>
            <a:ext cx="4145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システム概要・機能要件・非機能要件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システム概要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22202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99927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介護食管理システム（仮称）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311003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688729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複数の介護施設からの日々の食事注文（食数）を取り込み、献立マスタに基づき必要な「製造総重量」「梱包内訳」「原材料発注量」を自動計算・出力する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45698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834705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Webアプリケーション（アプリAと同サーバー・同DBで稼働）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業務フロー概要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22202"/>
            <a:ext cx="1803499" cy="182225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22202"/>
            <a:ext cx="0" cy="182225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612702"/>
            <a:ext cx="14023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6075" y="2066627"/>
            <a:ext cx="14023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マスタ準備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075" y="2425303"/>
            <a:ext cx="14023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月次で献立データを取り込む（外部データ連携）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11450" y="1803202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16250" y="1422202"/>
            <a:ext cx="1803350" cy="182225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40062" y="1422202"/>
            <a:ext cx="0" cy="182225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4375" y="1612702"/>
            <a:ext cx="14022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54375" y="2066627"/>
            <a:ext cx="14022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注文取込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54375" y="2425303"/>
            <a:ext cx="14022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施設ごとの注文（CSVまたは画像）を取り込む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9600" y="1803202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24400" y="1422202"/>
            <a:ext cx="1803499" cy="16127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8213" y="1422202"/>
            <a:ext cx="0" cy="161270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2525" y="1612702"/>
            <a:ext cx="14023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62525" y="2066627"/>
            <a:ext cx="14023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自動計算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2525" y="2425303"/>
            <a:ext cx="14023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注文数×献立レシピで製造量を算出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27899" y="1803202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32699" y="1422202"/>
            <a:ext cx="1803350" cy="16127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856512" y="1422202"/>
            <a:ext cx="0" cy="161270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0824" y="1612702"/>
            <a:ext cx="14022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70824" y="2066627"/>
            <a:ext cx="14022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70824" y="2425303"/>
            <a:ext cx="14022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製造指示書、梱包指示書、発注書を出力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注文データ入力・取込機能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92101"/>
            <a:ext cx="39510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CSV取込（優先機能）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33376"/>
            <a:ext cx="3873550" cy="1409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既存の注文管理システムから出力されるCSVデータをインポート</a:t>
            </a:r>
            <a:endParaRPr lang="en-US" sz="1100" dirty="0"/>
          </a:p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「日付」「食事区分（朝/昼/夕）」「食数」「食形態」を読み取る</a:t>
            </a:r>
            <a:endParaRPr lang="en-US" sz="1100" dirty="0"/>
          </a:p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取引先（施設）を指定してCSVを取り込み、施設ごとの注文として処理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62500" y="1092101"/>
            <a:ext cx="39510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画像・PDF取込（AI解析）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533376"/>
            <a:ext cx="3873550" cy="16954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FAXやメール（PDF/画像）で届く注文書をAI（OCR）解析してデータ化</a:t>
            </a:r>
            <a:endParaRPr lang="en-US" sz="1100" dirty="0"/>
          </a:p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AI解析時に「信頼度スコア」を算出、低い場合はアラート表示</a:t>
            </a:r>
            <a:endParaRPr lang="en-US" sz="1100" dirty="0"/>
          </a:p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元画像と解析結果を並べて表示し、手動で修正・確定するステップを必須化</a:t>
            </a:r>
            <a:endParaRPr lang="en-US" sz="1100" dirty="0"/>
          </a:p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紐付けができなかった項目は手動でマスタと紐付け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マスタ・データ管理機能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92101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献立データ取込（月次更新）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450777"/>
            <a:ext cx="8128099" cy="4698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外部の献立作成会社が作成したデータ（CSV/Excel）を取り込む</a:t>
            </a:r>
            <a:endParaRPr lang="en-US" sz="11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データ構造：「日付」「食事区分」「料理名」「使用食材」「1人あたり重量」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022128"/>
            <a:ext cx="8128099" cy="463451"/>
          </a:xfrm>
          <a:prstGeom prst="roundRect">
            <a:avLst>
              <a:gd name="adj" fmla="val 10961"/>
            </a:avLst>
          </a:prstGeom>
          <a:solidFill>
            <a:srgbClr val="FFE1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149078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重要：「社内材料コード（発注ベース）」での紐付けが必要。献立作成会社にCSVへのコード付与を依頼中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676079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原材料マスタ（アプリAと共有）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03475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アプリAで管理する「食材名」「仕入れ先」「キロ単価」「歩留まり率」を参照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434804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取引先マスタ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79348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施設名、配送区分などを管理。手動での追加・編集が可能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計算・展開ロジック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921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0791" y="11397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3250" y="1092101"/>
            <a:ext cx="77854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料理展開（Explosion）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3250" y="1412677"/>
            <a:ext cx="7785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入力された「朝・昼・夕の食数」を、その日の献立データと照合し、「料理ごとの製造必要数」に変換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3250" y="1685627"/>
            <a:ext cx="7785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例：1月1日 朝食70食 → スクランブルエッグ70人前、ブロッコリーサラダ70人前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1871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0791" y="22348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3250" y="2187178"/>
            <a:ext cx="77854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総重量計算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3250" y="2507754"/>
            <a:ext cx="7632799" cy="41255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22300" y="2507754"/>
            <a:ext cx="0" cy="4125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3750" y="2609255"/>
            <a:ext cx="74356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1人あたり重量（献立データ） × 食数 = 料理ごとの必要総重量（kg）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14890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0791" y="319653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3250" y="3148905"/>
            <a:ext cx="77854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原材料計算と歩留まり適用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3250" y="3469481"/>
            <a:ext cx="7632799" cy="41255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22300" y="3469481"/>
            <a:ext cx="0" cy="4125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3750" y="3570982"/>
            <a:ext cx="74356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必要重量 = (1人あたり使用量 × 食数) ÷ 歩留まり率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3250" y="3882033"/>
            <a:ext cx="7785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例：ほうれん草のお浸し40g → 生のほうれん草80g必要（歩留まり50%）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出力・帳票作成機能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92101"/>
            <a:ext cx="2540050" cy="379749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15913"/>
            <a:ext cx="254005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330226"/>
            <a:ext cx="22022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製造指示書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450" y="1714351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（現場向け）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041327"/>
            <a:ext cx="2159050" cy="11269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単位：日付ごと、料理ごと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その日に製造すべき料理名と「製造総重量（kg）」を表示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施設ごとの内訳ではなく、まとめて製造するための合算値を表示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01901" y="1092101"/>
            <a:ext cx="2540198" cy="379749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1115913"/>
            <a:ext cx="2540198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401" y="1330226"/>
            <a:ext cx="22023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梱包・配送指示書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2401" y="1714351"/>
            <a:ext cx="2202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（仕分け向け）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2401" y="2041327"/>
            <a:ext cx="2159198" cy="11903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単位：日付ごと、取引先ごと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配送先施設名、料理名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食形態：「常食」「刻み」「ミキサー」等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数量：重量またはパック数/人前数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6000" y="1092101"/>
            <a:ext cx="2540050" cy="379749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0" y="1115913"/>
            <a:ext cx="254005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500" y="1330226"/>
            <a:ext cx="22022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原材料発注書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6500" y="1714351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（仕入れ向け）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6500" y="2041327"/>
            <a:ext cx="2159050" cy="72687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単位：仕入れ先ごと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献立全体で必要な原材料を集計</a:t>
            </a:r>
            <a:endParaRPr lang="en-US" sz="10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発注先ごとにPDF等で出力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非機能要件・システム構成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28700"/>
            <a:ext cx="39510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インフラ・データベース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377851"/>
            <a:ext cx="3873550" cy="5905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アプリAと同一サーバー・同一DB使用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ランニングコスト：月額20ドル程度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「原材料マスタ」「仕入れ先マスタ」はアプリAと共通テーブル参照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2120801"/>
            <a:ext cx="39510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3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ユーザー権限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469952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システム管理者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730252"/>
            <a:ext cx="3873550" cy="3810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マスタ編集（献立取込、原材料編集）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ユーザー管理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238202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一般ユーザー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498503"/>
            <a:ext cx="3873550" cy="3810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注文入力、計算実行、帳票出力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マスタ操作不可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0" y="1028700"/>
            <a:ext cx="39510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UI/UX方針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1377851"/>
            <a:ext cx="3873550" cy="7239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確認プロセスの重視：AI解析や自動計算の結果をユーザーが確認・修正できるUIを徹底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プロトタイプ検証：開発初期段階でデモ画面を作成し、認識齟齬がないか確認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0" y="2254151"/>
            <a:ext cx="39510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300" b="1" u="sng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62500" y="2603302"/>
            <a:ext cx="3873550" cy="1714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排他制御：複数ユーザーによる同時利用を想定した設計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今後の課題・確認事項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55650"/>
            <a:ext cx="8128099" cy="961727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155650"/>
            <a:ext cx="0" cy="961727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3276" y="1342876"/>
            <a:ext cx="19942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献立データのコード付与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15382" y="1333351"/>
            <a:ext cx="634901" cy="276225"/>
          </a:xfrm>
          <a:prstGeom prst="roundRect">
            <a:avLst>
              <a:gd name="adj" fmla="val 4597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42332" y="1371451"/>
            <a:ext cx="3886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3276" y="1711077"/>
            <a:ext cx="7879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献立作成会社に対し、CSVデータに「社内材料コード」を付与可能か確認・依頼する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345978"/>
            <a:ext cx="8128099" cy="942677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1763" y="2345978"/>
            <a:ext cx="0" cy="942677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276" y="2523679"/>
            <a:ext cx="78795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発注書フォーマット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3276" y="2882354"/>
            <a:ext cx="7879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現状決まったフォーマットはないため、開発側で標準的なものを提案する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517255"/>
            <a:ext cx="8128099" cy="942677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3517255"/>
            <a:ext cx="0" cy="942677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276" y="3694956"/>
            <a:ext cx="78795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アラート基準（アプリA関連）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3276" y="4053632"/>
            <a:ext cx="7879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粗利計算のアラート基準（食数・最低価格・最低利率）の設定値を決定する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介護食管理システム 実装仕様書</dc:title>
  <dc:subject>システム概要・機能要件・非機能要件</dc:subject>
  <dc:creator>Claude</dc:creator>
  <cp:lastModifiedBy>Claude</cp:lastModifiedBy>
  <cp:revision>1</cp:revision>
  <dcterms:created xsi:type="dcterms:W3CDTF">2026-01-28T13:24:58Z</dcterms:created>
  <dcterms:modified xsi:type="dcterms:W3CDTF">2026-01-28T13:24:58Z</dcterms:modified>
</cp:coreProperties>
</file>